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3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7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8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1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9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4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1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8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2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99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40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82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76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38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50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9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5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Mandi (Market) Data Analysis using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analysis of agricultural market data across Indian states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1,370 records representing agricultural market (mandi) data across 19 Indian states.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10 key columns: State, District, Market, Commodity, Variety, Grade,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Arrival_Date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Min_Price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Max_Price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Modal_Price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clean, with no missing values, making it suitable for analytics and predictive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District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States: 19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Districts: 121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Active State: Kerala (279 records)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Represented District: Kangra (158 records)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captures markets from 178 locations across India, reflecting strong geographical coverage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Commodities: 119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Commodity: Potato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frequent commodities: Onion, Tomato, Paddy, Wheat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diversity in agricultural trade across India’s mandis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records three key price variables: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Price – baseline market rate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Price – highest recorded rate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Price – most frequent market price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Prices vary significantly between commodities and states.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Modal Price helps identify standard market value and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Premium crops show higher volatility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Analytical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Commodity vs. Price: Reveals which crops maintain stable or fluctuating prices.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vs. Commodity: Highlights regional specialization (e.g., Kerala – spices, Punjab – grains).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 vs. Market Volume: Larger markets show stable pricing.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Variety vs. Price: Premium quality varieties fetch higher modal prices.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vs. Price: Seasonal variation evident across commodities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provides a comprehensive view of India's mandi network, showcasing diversity in commodities and regional trade patterns.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Kerala and Kangra emerge as key data contributors.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 and structured dataset enables accurate modeling of price trends and market predictions.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emphasize the importance of regional market insights in improving efficiency and profitability.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371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Ion Boardroom</vt:lpstr>
      <vt:lpstr>Vegetable Mandi (Market) Data Analysis using PySpark</vt:lpstr>
      <vt:lpstr>Dataset Description</vt:lpstr>
      <vt:lpstr>State and District Insights</vt:lpstr>
      <vt:lpstr>Commodity Insights</vt:lpstr>
      <vt:lpstr>Pricing Analysis</vt:lpstr>
      <vt:lpstr>Key Analytical Relationships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manivarun</dc:creator>
  <cp:keywords/>
  <dc:description>generated using python-pptx</dc:description>
  <cp:lastModifiedBy>mani varun</cp:lastModifiedBy>
  <cp:revision>5</cp:revision>
  <dcterms:created xsi:type="dcterms:W3CDTF">2013-01-27T09:14:16Z</dcterms:created>
  <dcterms:modified xsi:type="dcterms:W3CDTF">2025-10-06T15:18:47Z</dcterms:modified>
  <cp:category/>
</cp:coreProperties>
</file>